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3" r:id="rId2"/>
    <p:sldId id="266" r:id="rId3"/>
    <p:sldId id="267" r:id="rId4"/>
    <p:sldId id="268" r:id="rId5"/>
    <p:sldId id="271" r:id="rId6"/>
    <p:sldId id="272" r:id="rId7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DC"/>
    <a:srgbClr val="E2EEEE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0053" autoAdjust="0"/>
  </p:normalViewPr>
  <p:slideViewPr>
    <p:cSldViewPr>
      <p:cViewPr>
        <p:scale>
          <a:sx n="70" d="100"/>
          <a:sy n="70" d="100"/>
        </p:scale>
        <p:origin x="-1416" y="42"/>
      </p:cViewPr>
      <p:guideLst>
        <p:guide orient="horz" pos="3753"/>
        <p:guide pos="2880"/>
      </p:guideLst>
    </p:cSldViewPr>
  </p:slideViewPr>
  <p:outlineViewPr>
    <p:cViewPr>
      <p:scale>
        <a:sx n="33" d="100"/>
        <a:sy n="33" d="100"/>
      </p:scale>
      <p:origin x="0" y="248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924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794FCB22-DEB7-4111-BBAE-4550DBB776D2}" type="datetimeFigureOut">
              <a:rPr lang="en-US" smtClean="0"/>
              <a:t>11/5/2014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64853E45-8216-45D4-88F1-AFA95E4C30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2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ECC54F86-67D3-42C9-9911-8239CA10EEC5}" type="datetimeFigureOut">
              <a:rPr lang="en-US" smtClean="0"/>
              <a:t>11/5/2014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30D6A520-9300-4AB9-8BC6-5321F04499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5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124200"/>
            <a:ext cx="6477000" cy="875777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267200"/>
            <a:ext cx="8686800" cy="4572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876800" y="5791200"/>
            <a:ext cx="4191000" cy="381000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 smtClean="0"/>
              <a:t>Click to edit presenter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10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438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505200"/>
            <a:ext cx="7772400" cy="1362075"/>
          </a:xfrm>
        </p:spPr>
        <p:txBody>
          <a:bodyPr anchor="t"/>
          <a:lstStyle>
            <a:lvl1pPr algn="ctr">
              <a:defRPr sz="40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371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00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038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038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39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88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77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765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3657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2036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5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Click to edit Picture caption"/>
          <p:cNvSpPr>
            <a:spLocks noGrp="1"/>
          </p:cNvSpPr>
          <p:nvPr>
            <p:ph type="title" hasCustomPrompt="1"/>
          </p:nvPr>
        </p:nvSpPr>
        <p:spPr>
          <a:xfrm>
            <a:off x="1792288" y="3962400"/>
            <a:ext cx="5486400" cy="566738"/>
          </a:xfrm>
        </p:spPr>
        <p:txBody>
          <a:bodyPr anchor="b"/>
          <a:lstStyle>
            <a:lvl1pPr algn="l">
              <a:defRPr sz="2000" b="1" baseline="0"/>
            </a:lvl1pPr>
          </a:lstStyle>
          <a:p>
            <a:r>
              <a:rPr lang="en-US" dirty="0" smtClean="0"/>
              <a:t>Click to add image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349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529138"/>
            <a:ext cx="5486400" cy="1109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add a description of the image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373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lang="en-US" sz="24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07363" y="6608763"/>
            <a:ext cx="6858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53E5355-3F28-4DA7-A08E-9E176869AE0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6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8000" y="381000"/>
            <a:ext cx="8099425" cy="1262063"/>
          </a:xfrm>
        </p:spPr>
        <p:txBody>
          <a:bodyPr anchor="b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8000" y="1828800"/>
            <a:ext cx="8102600" cy="530225"/>
          </a:xfrm>
        </p:spPr>
        <p:txBody>
          <a:bodyPr/>
          <a:lstStyle>
            <a:lvl1pPr marL="0" indent="0" algn="l">
              <a:buFont typeface="Wingdings" charset="2"/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379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267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95400" y="6719888"/>
            <a:ext cx="12192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600" y="6719888"/>
            <a:ext cx="33528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200" y="6719888"/>
            <a:ext cx="1371600" cy="1381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7D14AFD-0FA5-444D-BDEF-F7A99A59604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2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65000"/>
        <a:buFont typeface="Arial" pitchFamily="34" charset="0"/>
        <a:buChar char="►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381000"/>
            <a:ext cx="8099425" cy="1447800"/>
          </a:xfrm>
        </p:spPr>
        <p:txBody>
          <a:bodyPr/>
          <a:lstStyle/>
          <a:p>
            <a:r>
              <a:rPr lang="en-US" dirty="0" smtClean="0"/>
              <a:t>Evaluation of In-Vehicle Noise for 2-Magnet Step-Skewed Rotor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3617D04-347F-42A5-842B-C51229459A0C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2 Step Skew Motor Noise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21010"/>
            <a:ext cx="8375374" cy="4953000"/>
          </a:xfrm>
        </p:spPr>
        <p:txBody>
          <a:bodyPr>
            <a:normAutofit/>
          </a:bodyPr>
          <a:lstStyle/>
          <a:p>
            <a:pPr marL="0" indent="0" eaLnBrk="1" hangingPunct="1">
              <a:buClr>
                <a:srgbClr val="FF0000"/>
              </a:buClr>
              <a:buSzPct val="100000"/>
              <a:buNone/>
            </a:pPr>
            <a:endParaRPr lang="en-US" sz="1200" dirty="0" smtClean="0"/>
          </a:p>
          <a:p>
            <a:pPr lvl="1">
              <a:buClr>
                <a:srgbClr val="FF0000"/>
              </a:buClr>
              <a:buSzPct val="100000"/>
              <a:buFont typeface="Wingdings" pitchFamily="2" charset="2"/>
              <a:buChar char="q"/>
            </a:pPr>
            <a:r>
              <a:rPr lang="en-US" sz="2400" dirty="0" smtClean="0"/>
              <a:t>Magnitude of Noise Issue</a:t>
            </a:r>
          </a:p>
          <a:p>
            <a:pPr lvl="2">
              <a:buClr>
                <a:srgbClr val="FF0000"/>
              </a:buClr>
              <a:buSzPct val="100000"/>
              <a:buFont typeface="Wingdings" pitchFamily="2" charset="2"/>
              <a:buChar char="q"/>
            </a:pPr>
            <a:r>
              <a:rPr lang="en-US" sz="1800" dirty="0" smtClean="0"/>
              <a:t>Data Based on Opel </a:t>
            </a:r>
            <a:r>
              <a:rPr lang="en-US" sz="1800" dirty="0" err="1" smtClean="0"/>
              <a:t>Corsa</a:t>
            </a:r>
            <a:r>
              <a:rPr lang="en-US" sz="1800" dirty="0" smtClean="0"/>
              <a:t> BEV System</a:t>
            </a:r>
            <a:endParaRPr lang="en-US" sz="1800" dirty="0" smtClean="0"/>
          </a:p>
          <a:p>
            <a:pPr marL="914400" lvl="2" indent="0">
              <a:buClr>
                <a:srgbClr val="FF0000"/>
              </a:buClr>
              <a:buSzPct val="100000"/>
              <a:buNone/>
            </a:pPr>
            <a:endParaRPr lang="en-US" sz="1200" dirty="0" smtClean="0"/>
          </a:p>
          <a:p>
            <a:pPr marL="0" indent="0">
              <a:buClr>
                <a:srgbClr val="FF0000"/>
              </a:buClr>
              <a:buSzPct val="100000"/>
              <a:buNone/>
            </a:pPr>
            <a:endParaRPr lang="en-US" sz="2000" dirty="0" smtClean="0"/>
          </a:p>
          <a:p>
            <a:pPr lvl="2">
              <a:buClr>
                <a:srgbClr val="FF0000"/>
              </a:buClr>
              <a:buSzPct val="100000"/>
              <a:buFont typeface="Wingdings" pitchFamily="2" charset="2"/>
              <a:buChar char="q"/>
            </a:pPr>
            <a:endParaRPr lang="en-US" sz="800" dirty="0" smtClean="0"/>
          </a:p>
          <a:p>
            <a:pPr lvl="2" eaLnBrk="1" hangingPunct="1"/>
            <a:endParaRPr lang="en-US" sz="1600" dirty="0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72946"/>
            <a:ext cx="7315200" cy="390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 rot="5400000" flipV="1">
            <a:off x="-1239004" y="3607190"/>
            <a:ext cx="3499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Sound Pressure Level, </a:t>
            </a:r>
            <a:r>
              <a:rPr lang="en-US" sz="1000" dirty="0" smtClean="0"/>
              <a:t>Average </a:t>
            </a:r>
            <a:r>
              <a:rPr lang="en-US" sz="1000" dirty="0" smtClean="0"/>
              <a:t>of Passenger Left &amp; Right Ear, dB(A)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43000"/>
            <a:ext cx="7027924" cy="465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55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990" y="533400"/>
            <a:ext cx="7086600" cy="4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919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PSA BMPV Data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131" y="391886"/>
            <a:ext cx="532652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287521"/>
              </p:ext>
            </p:extLst>
          </p:nvPr>
        </p:nvGraphicFramePr>
        <p:xfrm>
          <a:off x="609600" y="3352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HW RPM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 off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 on, </a:t>
                      </a:r>
                    </a:p>
                    <a:p>
                      <a:pPr algn="ctr"/>
                      <a:r>
                        <a:rPr lang="en-US" dirty="0" smtClean="0"/>
                        <a:t>Cog cancel off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 On</a:t>
                      </a:r>
                    </a:p>
                    <a:p>
                      <a:pPr algn="ctr"/>
                      <a:r>
                        <a:rPr lang="en-US" dirty="0" smtClean="0"/>
                        <a:t>Cog cancel 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36.6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41.9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25.4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47.2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46.9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33.1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31.4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35.5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88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14AFD-0FA5-444D-BDEF-F7A99A59604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719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1.) This analysis provides strong evidence that the noise is at 36</a:t>
            </a:r>
            <a:r>
              <a:rPr lang="en-US" baseline="30000" dirty="0" smtClean="0"/>
              <a:t>th</a:t>
            </a:r>
            <a:r>
              <a:rPr lang="en-US" dirty="0" smtClean="0"/>
              <a:t> order.</a:t>
            </a:r>
          </a:p>
          <a:p>
            <a:r>
              <a:rPr lang="en-US" dirty="0" smtClean="0"/>
              <a:t>2.) Cogging cancellation is having a significant impact on the SPL. At 30 and 45 HW RPM there is a decrease, but at 60 HW RPM the level increases.</a:t>
            </a:r>
          </a:p>
          <a:p>
            <a:r>
              <a:rPr lang="en-US" dirty="0" smtClean="0"/>
              <a:t>3.) At 45 HW RPM cogging cancellation reduces the SPL level from 47 </a:t>
            </a:r>
            <a:r>
              <a:rPr lang="en-US" dirty="0" err="1" smtClean="0"/>
              <a:t>dBA</a:t>
            </a:r>
            <a:r>
              <a:rPr lang="en-US" dirty="0" smtClean="0"/>
              <a:t>  to 33 </a:t>
            </a:r>
            <a:r>
              <a:rPr lang="en-US" dirty="0" err="1" smtClean="0"/>
              <a:t>dBA</a:t>
            </a:r>
            <a:r>
              <a:rPr lang="en-US" dirty="0" smtClean="0"/>
              <a:t>. To be commercially acceptable the level will have to decrease another 8 to 13 </a:t>
            </a:r>
            <a:r>
              <a:rPr lang="en-US" dirty="0" err="1" smtClean="0"/>
              <a:t>dB.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48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xteer External">
  <a:themeElements>
    <a:clrScheme name="Nexteer">
      <a:dk1>
        <a:sysClr val="windowText" lastClr="000000"/>
      </a:dk1>
      <a:lt1>
        <a:sysClr val="window" lastClr="FFFFFF"/>
      </a:lt1>
      <a:dk2>
        <a:srgbClr val="C3092B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50000"/>
          </a:schemeClr>
        </a:solidFill>
        <a:ln w="9525">
          <a:solidFill>
            <a:schemeClr val="tx1"/>
          </a:solidFill>
          <a:round/>
          <a:headEnd/>
          <a:tailEnd/>
        </a:ln>
        <a:effectLst>
          <a:prstShdw prst="shdw17" dist="17961" dir="2700000">
            <a:srgbClr val="7A0000"/>
          </a:prstShdw>
        </a:effectLst>
      </a:spPr>
      <a:bodyPr anchor="ctr" anchorCtr="1"/>
      <a:lstStyle>
        <a:defPPr algn="ctr">
          <a:spcBef>
            <a:spcPct val="50000"/>
          </a:spcBef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Nexteer External</Template>
  <TotalTime>3134</TotalTime>
  <Words>156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Nexteer External</vt:lpstr>
      <vt:lpstr>Evaluation of In-Vehicle Noise for 2-Magnet Step-Skewed Rotor</vt:lpstr>
      <vt:lpstr>2 Step Skew Motor Noise</vt:lpstr>
      <vt:lpstr>PowerPoint Presentation</vt:lpstr>
      <vt:lpstr>PowerPoint Presentation</vt:lpstr>
      <vt:lpstr>PSA BMPV Data</vt:lpstr>
      <vt:lpstr>Conclusions</vt:lpstr>
    </vt:vector>
  </TitlesOfParts>
  <Company>Nexteer Automotive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Presentation</dc:title>
  <dc:creator>Smith, Myiesha</dc:creator>
  <cp:lastModifiedBy>Beyerlein, Bob</cp:lastModifiedBy>
  <cp:revision>211</cp:revision>
  <cp:lastPrinted>2014-05-12T18:11:35Z</cp:lastPrinted>
  <dcterms:created xsi:type="dcterms:W3CDTF">2013-09-12T13:37:05Z</dcterms:created>
  <dcterms:modified xsi:type="dcterms:W3CDTF">2014-11-05T21:14:33Z</dcterms:modified>
</cp:coreProperties>
</file>